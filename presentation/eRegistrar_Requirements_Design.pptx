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eRegistrar: course scheduling and registration. Covers the vision, the use-case model, the architecture, and the analysis of the significant use cases, plus what is already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department outgrew its spreadsheet process. Four entries a year, up to 130 students each, and a three-week manual scheduling cycle. The rules exist but are enforced by people,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problem-need-feature table produced ten features. F3 to F6 are the heart of it: generate the schedule, and enforce the registration rules at the point of attempt.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human actors and two external systems. Eleven use cases; the four architecturally significant ones get full descriptions with flows and business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UC6 is the highest-risk use case: it is the one with contention, and the one where a wrong answer is visible to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Microservices were considered and deferred rather than dismissed: the subsystem boundaries are drawn so services could be extracted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Dependencies point downwards only. The registration transaction stays inside one process, which is what makes the capacity guarantee affordable.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flow actor to boundary to control to entity, never back up. The validator owns the rules so they cannot be bypassed by another entry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VOPC is the bridge to class design: these classes map directly onto the subsystems in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homepage is the read-only half of UC6 rendered from the analysis model, so the design and the code already line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traceability: the chain from vision to code is unbroken, which is what makes the next iteration cheap to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3108960" cy="310896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eRegistrar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scheduling and registration for a university department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 and Design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Ziad El Fatih  ·  618971  ·  CS425 Software Engineering  ·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— Vision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per year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from 3, each needing its own schedule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100–130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118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entry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by paper form, re-keyed by staff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4465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electives per block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FPP and MPP courses to place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52560" y="1417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weeks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8116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one schedule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81160" y="25786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hand, in a spreadsheet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" y="40233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preferences arrive by email and are applied inconsistently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 and capacity violations surface after registration closes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 change forces a manual re-check of every registration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see live enrolment until the spreadsheet is reconciled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3611880"/>
            <a:ext cx="4754880" cy="2240280"/>
          </a:xfrm>
          <a:prstGeom prst="roundRect">
            <a:avLst>
              <a:gd name="adj" fmla="val 3265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0" y="37947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successful solution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0" y="42062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holding courses, faculty profiles, programs and the schedule in a single database — applying the scheduling and prerequisite rules automatically, with role-appropriate web access for administrators, faculty and students.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driving the 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— Problem / Need / Feature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159105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Profile Management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19385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own their specializations, teachable courses and block availability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371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645920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0" y="159105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Generation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0" y="19385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schedule built from program requirements, qualification and availability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316382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Conflict Detection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351129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double-booking, no unqualified assignment — checked, not trusted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1868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0" y="3163824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Student Registration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15200" y="351129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register themselves and get an immediate answer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7914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791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08760" y="473659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Rule Enforcement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08760" y="508406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Prerequisites, capacity, time conflicts and course load enforced at submit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55080" y="4517136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7914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791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F9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736592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315200" y="508406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with Admin, Faculty and Student roles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features in total; these six are the ones the architecture has to satisfy.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Use-case model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— SRS</a:t>
            </a:r>
            <a:endParaRPr lang="en-US" sz="1200" dirty="0"/>
          </a:p>
        </p:txBody>
      </p:sp>
      <p:pic>
        <p:nvPicPr>
          <p:cNvPr id="4" name="Image 0" descr="/Users/screwby/Projects/CS425/Lab2_SRS/diagrams/usecase_eregistr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25780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63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263640" y="164592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46520" y="1719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46520" y="197510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/ drop courses, view schedule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2395728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2468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46520" y="27249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profile, view sections and rosters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3145536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32186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4747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Catalog, schedule generation, assignment, reports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63640" y="3895344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39684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46520" y="42245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(external)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63640" y="4645152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46520" y="47183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46520" y="49743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records, published schedule (external)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263640" y="55321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use cases identified. UC1, UC3, UC4 and UC6 are described in full and carried into analysis.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UC6 — Register for Course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— Use-case description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flow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6733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opens registration for the term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3500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3317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shows the published schedule with remaining seats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99008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selects a section and confirms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66744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64845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validates every rule before accepting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430682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is created and a seat consumed — in one transaction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enforced (BR11–BR15)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182880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prerequisites completed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capacity never exceeded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overlapping registration in the block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load within the student's category limit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registration for the course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window open (registrar may override, recorded)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53218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violation returns a typed failure and rolls the transaction back: no registration, no seat consumed, and the student is told exactly which rule stopped them.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Architectural decision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 — Architecture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1790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client/server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80560" y="16459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client and DB credentials on the desktop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05456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51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single layer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277977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scheduling rules scattered through the UI code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39312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78561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1513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3913632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transaction across the capacity check; too costly for the team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773168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E6F5F3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9194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web architecture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5285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5047488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rules, keeps registration in one local transaction, one server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by: capacity must hold under concurrent registration · 150 concurrent users at peak · rules are the volatile part · one server, one database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architecture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 — Selected solution</a:t>
            </a:r>
            <a:endParaRPr lang="en-US" sz="1200" dirty="0"/>
          </a:p>
        </p:txBody>
      </p:sp>
      <p:pic>
        <p:nvPicPr>
          <p:cNvPr id="4" name="Image 0" descr="/Users/screwby/Projects/CS425/Lab3_Architecture/diagrams/architecture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720840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680960" y="16459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+ Thymeleaf, security at the boundary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80960" y="2313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680960" y="25877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subsystems; acyclic dependencies; transaction boundary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680960" y="32552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80960" y="352958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Framework-independent — the invariants live here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80960" y="41970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680960" y="447141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JPA; optimistic locking on Section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80960" y="5138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680960" y="541324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IdP, SIS and SMTP behind adapters, stubbed in development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Use-case realisation — UC6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Sequence diagram</a:t>
            </a:r>
            <a:endParaRPr lang="en-US" sz="1200" dirty="0"/>
          </a:p>
        </p:txBody>
      </p:sp>
      <p:pic>
        <p:nvPicPr>
          <p:cNvPr id="4" name="Image 0" descr="/Users/screwby/Projects/CS425/Lab4_SequenceDiagrams/diagrams/sd_uc6_register_for_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5532120" cy="5120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75120" y="12801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949440" y="14447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classes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086600" y="1810512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«boundary» RegistrationPage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 RegistrationController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«control» RegistrationValidator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«entity» Student · Section · Course · Registration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675120" y="361188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B3C40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detail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416052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seat check and the seat decrement sit in the same transaction, with optimistic locking on Section.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loses the race for the last seat gets "section full" — never an over-filled section.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Participating classes — VOPC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5 — Collaboration &amp; VOPC</a:t>
            </a:r>
            <a:endParaRPr lang="en-US" sz="1200" dirty="0"/>
          </a:p>
        </p:txBody>
      </p:sp>
      <p:pic>
        <p:nvPicPr>
          <p:cNvPr id="4" name="Image 0" descr="/Users/screwby/Projects/CS425/Lab5_Collaboration_VOPC/diagrams/vopc_uc6_register_for_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3657600" cy="5120640"/>
          </a:xfrm>
          <a:prstGeom prst="rect">
            <a:avLst/>
          </a:prstGeom>
        </p:spPr>
      </p:pic>
      <p:pic>
        <p:nvPicPr>
          <p:cNvPr id="5" name="Image 1" descr="/Users/screwby/Projects/CS425/Lab5_Collaboration_VOPC/diagrams/collab_uc6_register_for_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63040"/>
            <a:ext cx="6903720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VOPC — structure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709160" y="5120640"/>
            <a:ext cx="6903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— the same interaction by object links, numbered 1 … 3.5 … 7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709160" y="5532120"/>
            <a:ext cx="6903720" cy="914400"/>
          </a:xfrm>
          <a:prstGeom prst="roundRect">
            <a:avLst>
              <a:gd name="adj" fmla="val 8000"/>
            </a:avLst>
          </a:prstGeom>
          <a:solidFill>
            <a:srgbClr val="F4F8F8"/>
          </a:solidFill>
          <a:ln w="12700">
            <a:solidFill>
              <a:srgbClr val="E1EAE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937760" y="5669280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classes become business-layer services · entity classes become the domain model and JPA entities · boundary classes become Spring MVC controllers and templates.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running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595360" y="530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7 — Implementation slice</a:t>
            </a:r>
            <a:endParaRPr lang="en-US" sz="1200" dirty="0"/>
          </a:p>
        </p:txBody>
      </p:sp>
      <p:pic>
        <p:nvPicPr>
          <p:cNvPr id="4" name="Image 0" descr="/Users/screwby/Projects/CS425/Lab7_SpringBoot/eregistrar/screenshots/home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309360" cy="4928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12801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2.7 · Java 11 · Thymeleaf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0" y="1737360"/>
            <a:ext cx="4343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Published-schedule view — the read half of UC6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capacity shown; full sections marked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controller, Thymeleaf views, static assets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on every build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+ LiveReload development workflow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17804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iteration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0" y="4389120"/>
            <a:ext cx="4343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persistence and the registration transaction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generation with conflict detection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and role-based authorization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 the registration path against 150 users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5120640" cy="51206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vision to running code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 from the problem–need–feature table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88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108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3886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46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use cases, 4 described in full, 12 NFRs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74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394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32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32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5 subsystems, acyclic dependencies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60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680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8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8458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818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18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Sequence, collaboration and VOPC per use case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64692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966960" y="214884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12494E"/>
          </a:solidFill>
          <a:ln w="12700">
            <a:solidFill>
              <a:srgbClr val="1D6B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44200" y="23774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10744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104120" y="292608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104120" y="3246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FE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Spring Boot apps, tests green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traces to a use case, every significant use case to a realisation, every analysis class to a subsystem.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Ziad El Fatih  ·  618971  ·  Questions?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eRegistrar — Requirements and Design</dc:title>
  <dc:subject>PptxGenJS Presentation</dc:subject>
  <dc:creator>Ziad El Fatih</dc:creator>
  <cp:lastModifiedBy>Ziad El Fatih</cp:lastModifiedBy>
  <cp:revision>1</cp:revision>
  <dcterms:created xsi:type="dcterms:W3CDTF">2026-08-03T17:31:31Z</dcterms:created>
  <dcterms:modified xsi:type="dcterms:W3CDTF">2026-08-03T17:31:31Z</dcterms:modified>
</cp:coreProperties>
</file>